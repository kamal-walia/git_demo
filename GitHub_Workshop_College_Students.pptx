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Workshop • College Students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789920" y="651052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"/>
            <a:ext cx="12191695" cy="635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713232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5544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24292F"/>
                </a:solidFill>
              </a:rPr>
              <a:t>GITHUB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24292F"/>
                </a:solidFill>
              </a:rPr>
              <a:t>WORKSHOP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13232" y="318211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69DA"/>
                </a:solidFill>
              </a:rPr>
              <a:t>Build • Collaborate • Showcase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13232" y="36758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</a:rPr>
              <a:t>A practical introduction for college students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858000" y="1097280"/>
            <a:ext cx="4389120" cy="4251960"/>
          </a:xfrm>
          <a:prstGeom prst="roundRect">
            <a:avLst>
              <a:gd name="adj" fmla="val 172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78040" y="14813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student-project / README.md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187452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Hello, GitHub!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Turn ideas into projects.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Turn projects into teamwork.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Turn teamwork into proof of skills.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"first step"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13232" y="434340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DAFBE1"/>
          </a:solidFill>
          <a:ln w="12700">
            <a:solidFill>
              <a:srgbClr val="DAFB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4411980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A44E"/>
                </a:solidFill>
              </a:rPr>
              <a:t>BEGINNER FRIENDLY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395728" y="434340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DDF4FF"/>
          </a:solidFill>
          <a:ln w="12700">
            <a:solidFill>
              <a:srgbClr val="DDF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441198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69DA"/>
                </a:solidFill>
              </a:rPr>
              <a:t>HANDS-ON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49040" y="43434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BEFFF"/>
          </a:solidFill>
          <a:ln w="12700">
            <a:solidFill>
              <a:srgbClr val="FBE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22192" y="441198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250DF"/>
                </a:solidFill>
              </a:rPr>
              <a:t>CAREER READY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292F"/>
                </a:solidFill>
              </a:rPr>
              <a:t>What you’ll learn today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</a:rPr>
              <a:t>By the end, you should be able to contribute to a project without fearing the GitHub UI.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64008" cy="141732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161848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00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1. Build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057400"/>
            <a:ext cx="2971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Create a repository, add files, write a useful README, and make meaningful commits.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0832" y="1417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70832" y="1417320"/>
            <a:ext cx="64008" cy="1417320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61848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10912" y="1600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2. Work safely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9432" y="2057400"/>
            <a:ext cx="2971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Use branches to experiment without breaking the main version of a project.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417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01584" y="1417320"/>
            <a:ext cx="64008" cy="1417320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2752" y="161848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41664" y="1600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3. Collaborate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30184" y="2057400"/>
            <a:ext cx="2971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Open pull requests, review changes, discuss ideas, and merge work as a team.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2514600" y="32461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514600" y="3246120"/>
            <a:ext cx="64008" cy="1417320"/>
          </a:xfrm>
          <a:prstGeom prst="rect">
            <a:avLst/>
          </a:prstGeom>
          <a:solidFill>
            <a:srgbClr val="BF8700"/>
          </a:solidFill>
          <a:ln w="12700">
            <a:solidFill>
              <a:srgbClr val="BF870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15768" y="344728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154680" y="3429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4. Use the workflow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2743200" y="3886200"/>
            <a:ext cx="2971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Connect GitHub with Git commands: clone → edit → add → commit → push.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245352" y="32461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245352" y="3246120"/>
            <a:ext cx="64008" cy="1417320"/>
          </a:xfrm>
          <a:prstGeom prst="rect">
            <a:avLst/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46520" y="3447288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85432" y="3429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5. Showcase yourself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6473952" y="3886200"/>
            <a:ext cx="2971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Build a GitHub profile that makes your projects easy for classmates, mentors, and recruiters to explore.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2377440" y="5166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292F"/>
                </a:solidFill>
              </a:rPr>
              <a:t>Workshop principle: learn by doing, not by memorizing commands.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292F"/>
                </a:solidFill>
              </a:rPr>
              <a:t>Git vs GitHub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</a:rPr>
              <a:t>They work together, but they are not the same thing.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074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64008" cy="3291840"/>
          </a:xfrm>
          <a:prstGeom prst="rect">
            <a:avLst/>
          </a:prstGeom>
          <a:solidFill>
            <a:srgbClr val="BF8700"/>
          </a:solidFill>
          <a:ln w="12700">
            <a:solidFill>
              <a:srgbClr val="BF87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161848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02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Git = version control on your computer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2057400"/>
            <a:ext cx="461772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• Tracks changes to files over time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• Lets you create branches and commits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• Works offline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• Gives you a history you can move backward and forward through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417320"/>
            <a:ext cx="5074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1417320"/>
            <a:ext cx="64008" cy="3291840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6248" y="161848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6002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GitHub = collaboration around Git repositories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057400"/>
            <a:ext cx="461772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• Hosts repositories online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• Adds pull requests, issues, reviews, actions, discussions, and profiles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• Makes teamwork and project discovery easier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• Connects your local Git history to a shared remote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715000" y="2606040"/>
            <a:ext cx="548640" cy="685800"/>
          </a:xfrm>
          <a:prstGeom prst="chevron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" y="5074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7606A"/>
                </a:solidFill>
              </a:rPr>
              <a:t>Mental model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057400" y="50109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Git tracks the story. GitHub gives the story a shared home.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292F"/>
                </a:solidFill>
              </a:rPr>
              <a:t>Repositories: the home of a project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</a:rPr>
              <a:t>A repository (repo) contains project files plus the history of how they changed.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66751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19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my-campus-app/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2402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81328" y="2240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46120" y="2240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Application code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" y="280720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81328" y="2807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46120" y="2807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Project documentation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97280" y="337413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81328" y="3374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46120" y="33741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What the project is + how to use 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97280" y="394106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81328" y="39410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46120" y="3941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Files Git should not track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97280" y="450799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81328" y="4507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46120" y="4507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How others may use the project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818120" y="14173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1417320"/>
            <a:ext cx="64008" cy="1143000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Public vs Private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46720" y="2057400"/>
            <a:ext cx="3063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Public repos are visible to everyone. Private repos are restricted to people you grant access.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18120" y="27889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788920"/>
            <a:ext cx="64008" cy="114300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README first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4672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A good README answers: What? Why? How do I run it? What did I learn?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818120" y="4160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18120" y="4160520"/>
            <a:ext cx="64008" cy="1143000"/>
          </a:xfrm>
          <a:prstGeom prst="rect">
            <a:avLst/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0" y="4343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Don’t commit secrets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46720" y="4800600"/>
            <a:ext cx="3063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API keys, passwords, tokens, and private credentials should never be committed.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292F"/>
                </a:solidFill>
              </a:rPr>
              <a:t>Commits: meaningful checkpoints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</a:rPr>
              <a:t>A commit is a saved snapshot with a message explaining what changed.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234440" y="2240280"/>
            <a:ext cx="1828800" cy="0"/>
          </a:xfrm>
          <a:prstGeom prst="line">
            <a:avLst/>
          </a:prstGeom>
          <a:noFill/>
          <a:ln w="38100">
            <a:solidFill>
              <a:srgbClr val="D0D7DE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22960" y="1901952"/>
            <a:ext cx="685800" cy="685800"/>
          </a:xfrm>
          <a:prstGeom prst="ellipse">
            <a:avLst/>
          </a:prstGeom>
          <a:solidFill>
            <a:srgbClr val="57606A"/>
          </a:solidFill>
          <a:ln w="12700">
            <a:solidFill>
              <a:srgbClr val="5760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8483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92F"/>
                </a:solidFill>
              </a:rPr>
              <a:t>Initial project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2240280"/>
            <a:ext cx="1828800" cy="0"/>
          </a:xfrm>
          <a:prstGeom prst="line">
            <a:avLst/>
          </a:prstGeom>
          <a:noFill/>
          <a:ln w="38100">
            <a:solidFill>
              <a:srgbClr val="D0D7D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29000" y="1901952"/>
            <a:ext cx="685800" cy="685800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8483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2788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92F"/>
                </a:solidFill>
              </a:rPr>
              <a:t>Add login page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2240280"/>
            <a:ext cx="1828800" cy="0"/>
          </a:xfrm>
          <a:prstGeom prst="line">
            <a:avLst/>
          </a:prstGeom>
          <a:noFill/>
          <a:ln w="38100">
            <a:solidFill>
              <a:srgbClr val="D0D7D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35040" y="1901952"/>
            <a:ext cx="685800" cy="68580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08483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2788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92F"/>
                </a:solidFill>
              </a:rPr>
              <a:t>Fix form validation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41080" y="1901952"/>
            <a:ext cx="685800" cy="685800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0" y="208483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58200" y="2788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92F"/>
                </a:solidFill>
              </a:rPr>
              <a:t>Improve README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0120" y="3703320"/>
            <a:ext cx="4892040" cy="1508760"/>
          </a:xfrm>
          <a:prstGeom prst="roundRect">
            <a:avLst>
              <a:gd name="adj" fmla="val 363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904488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 login form validation"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370332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3703320"/>
            <a:ext cx="64008" cy="150876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64808" y="3904488"/>
            <a:ext cx="310896" cy="31089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903720" y="38862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Commit message tip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92240" y="4343400"/>
            <a:ext cx="45262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Prefer “Add search filter” over “changes” or “final”. Small, focused commits make review and debugging easier.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292F"/>
                </a:solidFill>
              </a:rPr>
              <a:t>Branches: experiment without breaking main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</a:rPr>
              <a:t>A branch is an independent line of work. Keep main stable; build features on separate branches.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143000" y="2057400"/>
            <a:ext cx="8686800" cy="0"/>
          </a:xfrm>
          <a:prstGeom prst="line">
            <a:avLst/>
          </a:prstGeom>
          <a:noFill/>
          <a:ln w="50800">
            <a:solidFill>
              <a:srgbClr val="2429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" y="1947672"/>
            <a:ext cx="219456" cy="219456"/>
          </a:xfrm>
          <a:prstGeom prst="ellipse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0752" y="1947672"/>
            <a:ext cx="219456" cy="219456"/>
          </a:xfrm>
          <a:prstGeom prst="ellipse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28232" y="1947672"/>
            <a:ext cx="219456" cy="219456"/>
          </a:xfrm>
          <a:prstGeom prst="ellipse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20072" y="1947672"/>
            <a:ext cx="219456" cy="219456"/>
          </a:xfrm>
          <a:prstGeom prst="ellipse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727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03320" y="2057400"/>
            <a:ext cx="2926080" cy="1508760"/>
          </a:xfrm>
          <a:prstGeom prst="arc">
            <a:avLst/>
          </a:prstGeom>
          <a:solidFill>
            <a:srgbClr val="F6F8FA">
              <a:alpha val="0"/>
            </a:srgbClr>
          </a:solidFill>
          <a:ln w="50800">
            <a:solidFill>
              <a:srgbClr val="8250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feature/profile-card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4069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Create → work → commit → push → pull request → merge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331720" y="4709160"/>
            <a:ext cx="7498080" cy="1143000"/>
          </a:xfrm>
          <a:prstGeom prst="roundRect">
            <a:avLst>
              <a:gd name="adj" fmla="val 48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491032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feature/profile-card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...edit files...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 profile card"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feature/profile-card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292F"/>
                </a:solidFill>
              </a:rPr>
              <a:t>Pull requests: propose, discuss, improve, merge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</a:rPr>
              <a:t>A pull request (PR) asks teammates to review changes before they become part of the target branch.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248716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764792"/>
            <a:ext cx="438912" cy="43891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9280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35608" y="17922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Open PR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2423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Explain what changed and why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38728" y="1554480"/>
            <a:ext cx="248716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1764792"/>
            <a:ext cx="438912" cy="438912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89280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88536" y="17922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Review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39896" y="2423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Read the diff; ask questions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91656" y="1554480"/>
            <a:ext cx="248716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56248" y="1764792"/>
            <a:ext cx="438912" cy="438912"/>
          </a:xfrm>
          <a:prstGeom prst="ellipse">
            <a:avLst/>
          </a:prstGeom>
          <a:solidFill>
            <a:srgbClr val="BF8700"/>
          </a:solidFill>
          <a:ln w="12700">
            <a:solidFill>
              <a:srgbClr val="BF8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189280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41464" y="17922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Improve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92824" y="2423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Respond to feedback with commits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44584" y="1554480"/>
            <a:ext cx="248716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9176" y="1764792"/>
            <a:ext cx="438912" cy="438912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189280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994392" y="17922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Merge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45752" y="2423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Combine approved work into main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234440" y="3977640"/>
            <a:ext cx="9692640" cy="1143000"/>
          </a:xfrm>
          <a:prstGeom prst="roundRect">
            <a:avLst>
              <a:gd name="adj" fmla="val 4800"/>
            </a:avLst>
          </a:prstGeom>
          <a:solidFill>
            <a:srgbClr val="DDF4FF"/>
          </a:solidFill>
          <a:ln w="12700">
            <a:solidFill>
              <a:srgbClr val="B6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4480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69DA"/>
                </a:solidFill>
              </a:rPr>
              <a:t>Good PR description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383280" y="4224528"/>
            <a:ext cx="7086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292F"/>
                </a:solidFill>
              </a:rPr>
              <a:t>What changed?  •  Why?  •  How was it tested?  •  Screenshot/demo if useful  •  Related issue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292F"/>
                </a:solidFill>
              </a:rPr>
              <a:t>Collaboration on GitHub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</a:rPr>
              <a:t>Great collaboration is more than pushing code. It is making work understandable to other people.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64008" cy="1325880"/>
          </a:xfrm>
          <a:prstGeom prst="rect">
            <a:avLst/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Issues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057400"/>
            <a:ext cx="2971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Track bugs, tasks, feature ideas, and decisions. Keep titles specific and add context.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417320"/>
            <a:ext cx="64008" cy="1325880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Reviews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057400"/>
            <a:ext cx="2971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Comment on the code, not the person. Ask questions and suggest concrete improvements.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417320"/>
            <a:ext cx="64008" cy="1325880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Project boards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2057400"/>
            <a:ext cx="2971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Visualize work as To do → In progress → Done. Useful for hackathons and team projects.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06324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063240"/>
            <a:ext cx="64008" cy="1325880"/>
          </a:xfrm>
          <a:prstGeom prst="rect">
            <a:avLst/>
          </a:prstGeom>
          <a:solidFill>
            <a:srgbClr val="BF8700"/>
          </a:solidFill>
          <a:ln w="12700">
            <a:solidFill>
              <a:srgbClr val="BF8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Forks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703320"/>
            <a:ext cx="2971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Create your own copy of someone else’s repo—common in open-source contribution workflows.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306324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3063240"/>
            <a:ext cx="64008" cy="132588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Discussions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17720" y="3703320"/>
            <a:ext cx="2971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Use longer-form Q&amp;A and community conversations without turning every idea into an issue.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0" y="306324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3063240"/>
            <a:ext cx="64008" cy="1325880"/>
          </a:xfrm>
          <a:prstGeom prst="rect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CONTRIBUTING.md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75320" y="3703320"/>
            <a:ext cx="2971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Document setup, coding style, branch naming, testing, and PR expectations.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554480" y="5074920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292F"/>
                </a:solidFill>
              </a:rPr>
              <a:t>Team habit: before changing shared code, communicate what you are working 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292F"/>
                </a:solidFill>
              </a:rPr>
              <a:t>The everyday GitHub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</a:rPr>
              <a:t>This is the loop you will repeat in class projects, internships, hackathons, and open source.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658368" cy="658368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10512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92F"/>
                </a:solidFill>
              </a:rPr>
              <a:t>Clone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Get the repo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45920" y="1792224"/>
            <a:ext cx="384048" cy="274320"/>
          </a:xfrm>
          <a:prstGeom prst="chevron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1600200"/>
            <a:ext cx="658368" cy="658368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810512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468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92F"/>
                </a:solidFill>
              </a:rPr>
              <a:t>Branch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2788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Create workspace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792224"/>
            <a:ext cx="384048" cy="274320"/>
          </a:xfrm>
          <a:prstGeom prst="chevron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1600200"/>
            <a:ext cx="658368" cy="658368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1810512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0" y="2468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92F"/>
                </a:solidFill>
              </a:rPr>
              <a:t>Edit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49040" y="2788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Make changes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37760" y="1792224"/>
            <a:ext cx="384048" cy="274320"/>
          </a:xfrm>
          <a:prstGeom prst="chevron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1600200"/>
            <a:ext cx="658368" cy="658368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1810512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2468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92F"/>
                </a:solidFill>
              </a:rPr>
              <a:t>Commit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2788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Save checkpoint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0" y="1792224"/>
            <a:ext cx="384048" cy="274320"/>
          </a:xfrm>
          <a:prstGeom prst="chevron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600200"/>
            <a:ext cx="658368" cy="658368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1810512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2468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92F"/>
                </a:solidFill>
              </a:rPr>
              <a:t>Push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2788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Send to GitHub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0" y="1792224"/>
            <a:ext cx="384048" cy="274320"/>
          </a:xfrm>
          <a:prstGeom prst="chevron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1600200"/>
            <a:ext cx="658368" cy="658368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0" y="1810512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0" y="2468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92F"/>
                </a:solidFill>
              </a:rPr>
              <a:t>PR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86800" y="2788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Request review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875520" y="1792224"/>
            <a:ext cx="384048" cy="274320"/>
          </a:xfrm>
          <a:prstGeom prst="chevron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07040" y="1600200"/>
            <a:ext cx="658368" cy="658368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7040" y="1810512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332720" y="2468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92F"/>
                </a:solidFill>
              </a:rPr>
              <a:t>Merge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332720" y="2788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Join main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920240" y="3840480"/>
            <a:ext cx="8412480" cy="1508760"/>
          </a:xfrm>
          <a:prstGeom prst="roundRect">
            <a:avLst>
              <a:gd name="adj" fmla="val 363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4041648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&lt;repo-url&gt;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feature/my-change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"Describe the change"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feature/my-change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292F"/>
                </a:solidFill>
              </a:rPr>
              <a:t>Your GitHub profile = your public project portfolio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</a:rPr>
              <a:t>Make it easy for someone to understand what you build, what you know, and what you care about.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3794760" cy="434340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737360"/>
            <a:ext cx="1143000" cy="1143000"/>
          </a:xfrm>
          <a:prstGeom prst="ellipse">
            <a:avLst/>
          </a:prstGeom>
          <a:solidFill>
            <a:srgbClr val="D8DEE4"/>
          </a:solidFill>
          <a:ln w="12700">
            <a:solidFill>
              <a:srgbClr val="D8DEE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4752" y="2011680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0906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92F"/>
                </a:solidFill>
              </a:rPr>
              <a:t>your-name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43000" y="349300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Student developer • Web • AI • Open source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143000" y="42519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DDF4FF"/>
          </a:solidFill>
          <a:ln w="12700">
            <a:solidFill>
              <a:srgbClr val="DDF4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16152" y="432054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69DA"/>
                </a:solidFill>
              </a:rPr>
              <a:t>12 repositories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14600" y="425196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DAFBE1"/>
          </a:solidFill>
          <a:ln w="12700">
            <a:solidFill>
              <a:srgbClr val="DAFB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87752" y="4320540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A44E"/>
                </a:solidFill>
              </a:rPr>
              <a:t>6 followers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43000" y="4828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Pinned: campus-app   data-viz   dsa-notes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983480" y="137160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83480" y="1371600"/>
            <a:ext cx="64008" cy="1234440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1208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Profile README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12080" y="2011680"/>
            <a:ext cx="2377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Introduce yourself, current learning, tools, interests, and ways to connect.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92440" y="137160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92440" y="1371600"/>
            <a:ext cx="64008" cy="123444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Pin your best work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21040" y="2011680"/>
            <a:ext cx="2377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Choose 4–6 repos that show depth, variety, teamwork, or real users.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983480" y="288036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983480" y="2880360"/>
            <a:ext cx="64008" cy="1234440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12080" y="3063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Polish each repo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21208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Clear README, screenshots, setup steps, live demo link, license, and sensible commit history.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092440" y="288036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92440" y="2880360"/>
            <a:ext cx="64008" cy="1234440"/>
          </a:xfrm>
          <a:prstGeom prst="rect">
            <a:avLst/>
          </a:prstGeom>
          <a:solidFill>
            <a:srgbClr val="BF8700"/>
          </a:solidFill>
          <a:ln w="12700">
            <a:solidFill>
              <a:srgbClr val="BF87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21040" y="3063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Show collaboration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32104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PRs, reviews, issues, and open-source contributions can demonstrate how you work with others.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074920" y="4754880"/>
            <a:ext cx="571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Quality &gt; quantity. Three well-explained projects beat dozens of abandoned repositories.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292F"/>
                </a:solidFill>
              </a:rPr>
              <a:t>Good habits from day one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</a:rPr>
              <a:t>Small habits make your repositories safer, clearer, and easier to collaborate 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64008" cy="109728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152704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087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Write descriptive commits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1965960"/>
            <a:ext cx="4617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“Fix navbar on mobile” &gt; “fix”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32588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325880"/>
            <a:ext cx="64008" cy="1097280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0528" y="152704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5087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Use branches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1965960"/>
            <a:ext cx="4617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One feature or fix per branch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77240" y="274320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2743200"/>
            <a:ext cx="64008" cy="1097280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408" y="294436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29260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Pull before you push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005840" y="3383280"/>
            <a:ext cx="4617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Reduce avoidable merge conflicts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274320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09360" y="2743200"/>
            <a:ext cx="64008" cy="1097280"/>
          </a:xfrm>
          <a:prstGeom prst="rect">
            <a:avLst/>
          </a:prstGeom>
          <a:solidFill>
            <a:srgbClr val="BF8700"/>
          </a:solidFill>
          <a:ln w="12700">
            <a:solidFill>
              <a:srgbClr val="BF870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0528" y="294436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29260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Review before merge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37960" y="3383280"/>
            <a:ext cx="4617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Read the diff and test the change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77240" y="416052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7240" y="4160520"/>
            <a:ext cx="64008" cy="1097280"/>
          </a:xfrm>
          <a:prstGeom prst="rect">
            <a:avLst/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8408" y="4361688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3434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Never commit secrets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005840" y="4800600"/>
            <a:ext cx="4617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Use environment variables + .gitignore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309360" y="416052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309360" y="4160520"/>
            <a:ext cx="64008" cy="1097280"/>
          </a:xfrm>
          <a:prstGeom prst="rect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10528" y="4361688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43434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</a:rPr>
              <a:t>Document setup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6537960" y="4800600"/>
            <a:ext cx="4617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Future-you is also a collaborator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292F"/>
                </a:solidFill>
              </a:rPr>
              <a:t>Hands-on lab: your first collaboration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</a:rPr>
              <a:t>Pair up. One person owns the repo; the other contributes through a branch + pull request.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645920"/>
            <a:ext cx="438912" cy="43891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7393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92F"/>
                </a:solidFill>
              </a:rPr>
              <a:t>Create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671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606A"/>
                </a:solidFill>
              </a:rPr>
              <a:t>Owner creates a public practice repo with README.md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1728" y="1645920"/>
            <a:ext cx="438912" cy="43891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77393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57800" y="16459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92F"/>
                </a:solidFill>
              </a:rPr>
              <a:t>Clone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21671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606A"/>
                </a:solidFill>
              </a:rPr>
              <a:t>Both clone the repository locally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275320" y="14173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76488" y="1645920"/>
            <a:ext cx="438912" cy="43891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177393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052560" y="16459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92F"/>
                </a:solidFill>
              </a:rPr>
              <a:t>Branch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0" y="21671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606A"/>
                </a:solidFill>
              </a:rPr>
              <a:t>Contributor creates feature/add-intro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85800" y="32461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" y="3474720"/>
            <a:ext cx="438912" cy="43891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360273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3474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92F"/>
                </a:solidFill>
              </a:rPr>
              <a:t>Commit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39959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606A"/>
                </a:solidFill>
              </a:rPr>
              <a:t>Add a short introduction and commit it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480560" y="32461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1728" y="3474720"/>
            <a:ext cx="438912" cy="43891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360273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3474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92F"/>
                </a:solidFill>
              </a:rPr>
              <a:t>Push + PR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09160" y="39959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606A"/>
                </a:solidFill>
              </a:rPr>
              <a:t>Push the branch and open a pull request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275320" y="32461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76488" y="3474720"/>
            <a:ext cx="438912" cy="43891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76488" y="360273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52560" y="3474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92F"/>
                </a:solidFill>
              </a:rPr>
              <a:t>Review + merge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03920" y="39959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606A"/>
                </a:solidFill>
              </a:rPr>
              <a:t>Owner leaves one comment, approves, and merges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3246120" y="5257800"/>
            <a:ext cx="5669280" cy="566928"/>
          </a:xfrm>
          <a:prstGeom prst="roundRect">
            <a:avLst>
              <a:gd name="adj" fmla="val 8065"/>
            </a:avLst>
          </a:prstGeom>
          <a:solidFill>
            <a:srgbClr val="DAFBE1"/>
          </a:solidFill>
          <a:ln w="12700">
            <a:solidFill>
              <a:srgbClr val="ACEE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543153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A44E"/>
                </a:solidFill>
              </a:rPr>
              <a:t>Success = merged PR + both names visible in the repository history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292F"/>
                </a:solidFill>
              </a:rPr>
              <a:t>Common beginner problems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</a:rPr>
              <a:t>Errors are normal. Read the message, inspect the state, then make the smallest safe fix.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280160"/>
            <a:ext cx="106527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481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F"/>
                </a:solidFill>
              </a:rPr>
              <a:t>“I changed the wrong branch”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886200" y="1444752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Check git status and git branch before committing.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212848"/>
            <a:ext cx="10652760" cy="731520"/>
          </a:xfrm>
          <a:prstGeom prst="roundRect">
            <a:avLst>
              <a:gd name="adj" fmla="val 625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4140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F"/>
                </a:solidFill>
              </a:rPr>
              <a:t>“Push was rejected”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86200" y="2377440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Pull/fetch first; understand remote changes before retrying.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3145536"/>
            <a:ext cx="106527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3467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F"/>
                </a:solidFill>
              </a:rPr>
              <a:t>“Merge conflict!”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86200" y="3310128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Open the conflicted file, choose the intended content, test, then commit the resolution.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4078224"/>
            <a:ext cx="10652760" cy="731520"/>
          </a:xfrm>
          <a:prstGeom prst="roundRect">
            <a:avLst>
              <a:gd name="adj" fmla="val 625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2793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F"/>
                </a:solidFill>
              </a:rPr>
              <a:t>“I committed a secret”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86200" y="4242816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Treat it as exposed: revoke/rotate the credential, then clean history if needed.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5010912"/>
            <a:ext cx="106527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212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F"/>
                </a:solidFill>
              </a:rPr>
              <a:t>“My repo looks empty”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86200" y="5175504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</a:rPr>
              <a:t>Add a README, project description, screenshots, setup instructions, and a meaningful pinned project.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292F"/>
                </a:solidFill>
              </a:rPr>
              <a:t>Take-home challenge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</a:rPr>
              <a:t>Build one small project and make the repository something you would be proud to show.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6766560" cy="4069080"/>
          </a:xfrm>
          <a:prstGeom prst="roundRect">
            <a:avLst>
              <a:gd name="adj" fmla="val 1798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YOUR 7-DAY GITHUB CHALLENGE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2331720"/>
            <a:ext cx="5394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 Create a project repository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 Make at least 5 meaningful commits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 Use at least 2 branches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 Open and merge 1 pull request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 Write a clear README with screenshot/demo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 Pin the project to your GitHub profile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3920" y="160020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09560" y="288036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292F"/>
                </a:solidFill>
              </a:rPr>
              <a:t>Build in public.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4292F"/>
                </a:solidFill>
              </a:rPr>
              <a:t>Learn in small commits.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4292F"/>
                </a:solidFill>
              </a:rPr>
              <a:t>Collaborate with confidence.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09560" y="4709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969DA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Workshop: Build, Collaborate, Showcase</dc:title>
  <dc:subject>GitHub Workshop for College Students</dc:subject>
  <dc:creator>OpenAI</dc:creator>
  <cp:lastModifiedBy>OpenAI</cp:lastModifiedBy>
  <cp:revision>1</cp:revision>
  <dcterms:created xsi:type="dcterms:W3CDTF">2026-09-22T12:37:28Z</dcterms:created>
  <dcterms:modified xsi:type="dcterms:W3CDTF">2026-09-22T12:37:28Z</dcterms:modified>
</cp:coreProperties>
</file>